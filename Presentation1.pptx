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9C66FA4C-D662-46B4-A8C4-52DEE22146AF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BFA0D4C1-E880-4AFA-83D1-42FB30657A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5852" y="357166"/>
            <a:ext cx="7015186" cy="1514492"/>
          </a:xfrm>
        </p:spPr>
        <p:txBody>
          <a:bodyPr/>
          <a:lstStyle/>
          <a:p>
            <a:pPr algn="ctr"/>
            <a:r>
              <a:rPr lang="en-US" dirty="0" smtClean="0"/>
              <a:t>VELLORE INSTITUTE Of </a:t>
            </a:r>
            <a:r>
              <a:rPr lang="en-US" dirty="0" err="1" smtClean="0"/>
              <a:t>TECHNOLOGy</a:t>
            </a:r>
            <a:r>
              <a:rPr lang="en-US" dirty="0" smtClean="0"/>
              <a:t> </a:t>
            </a:r>
            <a:r>
              <a:rPr lang="en-US" dirty="0" err="1" smtClean="0"/>
              <a:t>bhopal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662" y="4429132"/>
            <a:ext cx="7772400" cy="1508760"/>
          </a:xfrm>
        </p:spPr>
        <p:txBody>
          <a:bodyPr>
            <a:noAutofit/>
          </a:bodyPr>
          <a:lstStyle/>
          <a:p>
            <a:pPr algn="ctr"/>
            <a:r>
              <a:rPr lang="en-US" sz="2400" dirty="0" smtClean="0"/>
              <a:t>TOPIC  -   F1 lap stimulation using python</a:t>
            </a:r>
          </a:p>
          <a:p>
            <a:pPr algn="ctr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developed by – PRATYAKSH  CHOURASIA(26BAS10024)</a:t>
            </a:r>
            <a:endParaRPr lang="en-US" sz="2400" dirty="0"/>
          </a:p>
        </p:txBody>
      </p:sp>
      <p:pic>
        <p:nvPicPr>
          <p:cNvPr id="1026" name="Picture 2" descr="C:\Users\Admin\Desktop\1703673338630.jpg"/>
          <p:cNvPicPr>
            <a:picLocks noChangeAspect="1" noChangeArrowheads="1"/>
          </p:cNvPicPr>
          <p:nvPr/>
        </p:nvPicPr>
        <p:blipFill>
          <a:blip r:embed="rId2"/>
          <a:srcRect l="16283" t="15789" r="17105" b="26316"/>
          <a:stretch>
            <a:fillRect/>
          </a:stretch>
        </p:blipFill>
        <p:spPr bwMode="auto">
          <a:xfrm>
            <a:off x="2786050" y="1714488"/>
            <a:ext cx="3506956" cy="1714512"/>
          </a:xfrm>
          <a:prstGeom prst="rect">
            <a:avLst/>
          </a:prstGeom>
          <a:noFill/>
        </p:spPr>
      </p:pic>
      <p:pic>
        <p:nvPicPr>
          <p:cNvPr id="6" name="Picture 5" descr="A251783_web_2880.jpg"/>
          <p:cNvPicPr>
            <a:picLocks noChangeAspect="1"/>
          </p:cNvPicPr>
          <p:nvPr/>
        </p:nvPicPr>
        <p:blipFill>
          <a:blip r:embed="rId3" cstate="print"/>
          <a:srcRect t="43243" r="341" b="18919"/>
          <a:stretch>
            <a:fillRect/>
          </a:stretch>
        </p:blipFill>
        <p:spPr>
          <a:xfrm>
            <a:off x="1571604" y="3429000"/>
            <a:ext cx="5817094" cy="1071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00174"/>
            <a:ext cx="777240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Formula 1 cars generate large quantities of telemetry</a:t>
            </a:r>
          </a:p>
          <a:p>
            <a:endParaRPr lang="en-US" dirty="0" smtClean="0"/>
          </a:p>
          <a:p>
            <a:r>
              <a:rPr lang="en-US" dirty="0" smtClean="0"/>
              <a:t>This project develops a Python-based F1 telemetry analysis and visualization system.</a:t>
            </a:r>
          </a:p>
          <a:p>
            <a:endParaRPr lang="en-US" dirty="0" smtClean="0"/>
          </a:p>
          <a:p>
            <a:r>
              <a:rPr lang="en-US" dirty="0" smtClean="0"/>
              <a:t>A simplified  aerodynamic model estimates </a:t>
            </a:r>
            <a:r>
              <a:rPr lang="en-US" dirty="0" err="1" smtClean="0"/>
              <a:t>downforce</a:t>
            </a:r>
            <a:r>
              <a:rPr lang="en-US" dirty="0" smtClean="0"/>
              <a:t> and drag from vehicle speed.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571612"/>
            <a:ext cx="7772400" cy="4572000"/>
          </a:xfrm>
        </p:spPr>
        <p:txBody>
          <a:bodyPr>
            <a:normAutofit/>
          </a:bodyPr>
          <a:lstStyle/>
          <a:p>
            <a:r>
              <a:rPr lang="en-US" dirty="0" smtClean="0"/>
              <a:t>The problem addressed by this project is to create a simple software system that converts raw F1 telemetry into useful visual information </a:t>
            </a:r>
          </a:p>
          <a:p>
            <a:endParaRPr lang="en-US" dirty="0" smtClean="0"/>
          </a:p>
          <a:p>
            <a:r>
              <a:rPr lang="en-US" dirty="0" smtClean="0"/>
              <a:t>Objective: Develop a reproducible Python application that loads an F1 session, extracts a driver's fastest lap, processes telemetry,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428736"/>
            <a:ext cx="7972452" cy="4926824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Telemetry loading  -  Load a selected Formula 1 session using FastF1.</a:t>
            </a:r>
          </a:p>
          <a:p>
            <a:r>
              <a:rPr lang="en-US" dirty="0" smtClean="0"/>
              <a:t> Session selection   - Select season, Grand Prix, session type and driver.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 Telemetry processing Extract and clean speed, throttle, brake, distance, X/Y and related channels.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Aerodynamic calculations Estimate </a:t>
            </a:r>
            <a:r>
              <a:rPr lang="en-US" dirty="0" err="1" smtClean="0"/>
              <a:t>downforce</a:t>
            </a:r>
            <a:r>
              <a:rPr lang="en-US" dirty="0" smtClean="0"/>
              <a:t> and drag using simplified aerodynamic equations.</a:t>
            </a:r>
          </a:p>
          <a:p>
            <a:r>
              <a:rPr lang="en-US" dirty="0" smtClean="0"/>
              <a:t>Visualization Generate  -  telemetry graphs and a dashboard.</a:t>
            </a:r>
          </a:p>
          <a:p>
            <a:r>
              <a:rPr lang="en-US" dirty="0" smtClean="0"/>
              <a:t> Animation -  Animate vehicle position and changing telemetry values.</a:t>
            </a:r>
          </a:p>
          <a:p>
            <a:r>
              <a:rPr lang="en-US" dirty="0" smtClean="0"/>
              <a:t>Error handling  - Handle missing data, unavailable sessions and invalid telemetry selections.</a:t>
            </a:r>
          </a:p>
          <a:p>
            <a:r>
              <a:rPr lang="en-US" dirty="0" smtClean="0"/>
              <a:t> Output - Display calculated values and visual results for interpretation.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Non-functional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1571612"/>
            <a:ext cx="7772400" cy="45720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Performance: - The application should process a normal telemetry lap within a standard student computer.</a:t>
            </a:r>
          </a:p>
          <a:p>
            <a:r>
              <a:rPr lang="en-US" dirty="0" smtClean="0"/>
              <a:t> FastF1 caching should reduce repeated downloads.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Reliability: The program should handle missing values or unavailable telemetry channels without</a:t>
            </a:r>
            <a:br>
              <a:rPr lang="en-US" dirty="0" smtClean="0"/>
            </a:br>
            <a:r>
              <a:rPr lang="en-US" dirty="0" smtClean="0"/>
              <a:t>producing misleading output.</a:t>
            </a:r>
          </a:p>
          <a:p>
            <a:endParaRPr lang="en-US" dirty="0" smtClean="0"/>
          </a:p>
          <a:p>
            <a:r>
              <a:rPr lang="en-US" dirty="0" smtClean="0"/>
              <a:t>Maintainability: Data loading, calculations, visualization and animation should be organized into</a:t>
            </a:r>
            <a:br>
              <a:rPr lang="en-US" dirty="0" smtClean="0"/>
            </a:br>
            <a:r>
              <a:rPr lang="en-US" dirty="0" smtClean="0"/>
              <a:t>logical sections/functions.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Portability: The project should run in a standard Python environment with the required packages</a:t>
            </a:r>
            <a:br>
              <a:rPr lang="en-US" dirty="0" smtClean="0"/>
            </a:br>
            <a:r>
              <a:rPr lang="en-US" dirty="0" smtClean="0"/>
              <a:t>installed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Architecture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72" y="1357298"/>
            <a:ext cx="8115328" cy="499826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system follows a data-processing pipeline. FastF1 , Pandas and </a:t>
            </a:r>
            <a:r>
              <a:rPr lang="en-US" dirty="0" err="1" smtClean="0"/>
              <a:t>Matplotlib</a:t>
            </a:r>
            <a:r>
              <a:rPr lang="en-US" dirty="0" smtClean="0"/>
              <a:t> generates graphs and animation.</a:t>
            </a:r>
          </a:p>
          <a:p>
            <a:pPr algn="ctr"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FASTF1</a:t>
            </a:r>
            <a:br>
              <a:rPr lang="en-US" dirty="0" smtClean="0"/>
            </a:br>
            <a:r>
              <a:rPr lang="en-US" dirty="0" smtClean="0"/>
              <a:t>Session / Telemetry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PANDAS + NUMPY</a:t>
            </a:r>
            <a:br>
              <a:rPr lang="en-US" dirty="0" smtClean="0"/>
            </a:br>
            <a:r>
              <a:rPr lang="en-US" dirty="0" smtClean="0"/>
              <a:t>Filtering / Cleaning / Arrays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ENGINEERING CALCULATIONS</a:t>
            </a:r>
            <a:br>
              <a:rPr lang="en-US" dirty="0" smtClean="0"/>
            </a:br>
            <a:r>
              <a:rPr lang="en-US" dirty="0" smtClean="0"/>
              <a:t>Speed + </a:t>
            </a:r>
            <a:r>
              <a:rPr lang="en-US" dirty="0" err="1" smtClean="0"/>
              <a:t>Downforce</a:t>
            </a:r>
            <a:r>
              <a:rPr lang="en-US" dirty="0" smtClean="0"/>
              <a:t> + Drag</a:t>
            </a:r>
            <a:br>
              <a:rPr lang="en-US" dirty="0" smtClean="0"/>
            </a:br>
            <a:r>
              <a:rPr lang="en-US" dirty="0" smtClean="0"/>
              <a:t>↓</a:t>
            </a:r>
            <a:br>
              <a:rPr lang="en-US" dirty="0" smtClean="0"/>
            </a:br>
            <a:r>
              <a:rPr lang="en-US" dirty="0" smtClean="0"/>
              <a:t>MATPLOTLIB</a:t>
            </a:r>
            <a:br>
              <a:rPr lang="en-US" dirty="0" smtClean="0"/>
            </a:br>
            <a:r>
              <a:rPr lang="en-US" dirty="0" smtClean="0"/>
              <a:t>Graphs + Dashboard + Animation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1643050"/>
            <a:ext cx="7086624" cy="414577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Use Case Diagram</a:t>
            </a:r>
            <a:br>
              <a:rPr lang="en-US" dirty="0" smtClean="0"/>
            </a:br>
            <a:r>
              <a:rPr lang="en-US" dirty="0" smtClean="0"/>
              <a:t>Select F1 session → Load session data</a:t>
            </a:r>
            <a:br>
              <a:rPr lang="en-US" dirty="0" smtClean="0"/>
            </a:br>
            <a:r>
              <a:rPr lang="en-US" dirty="0" smtClean="0"/>
              <a:t>View results ← Calculate aero + generate graphs</a:t>
            </a:r>
            <a:br>
              <a:rPr lang="en-US" dirty="0" smtClean="0"/>
            </a:br>
            <a:r>
              <a:rPr lang="en-US" dirty="0" smtClean="0"/>
              <a:t>Start animation ← Update dashboard frames</a:t>
            </a:r>
          </a:p>
          <a:p>
            <a:endParaRPr lang="en-US" dirty="0" smtClean="0"/>
          </a:p>
          <a:p>
            <a:r>
              <a:rPr lang="en-US" dirty="0" smtClean="0"/>
              <a:t>Workflow Diagram</a:t>
            </a:r>
            <a:br>
              <a:rPr lang="en-US" dirty="0" smtClean="0"/>
            </a:br>
            <a:r>
              <a:rPr lang="en-US" dirty="0" smtClean="0"/>
              <a:t>Start → FastF1 → Load session → Select driver → Pick fastest lap → Calculate derived quantities → Plot dashboard → Animate → Display results →</a:t>
            </a:r>
            <a:br>
              <a:rPr lang="en-US" dirty="0" smtClean="0"/>
            </a:br>
            <a:r>
              <a:rPr lang="en-US" dirty="0" smtClean="0"/>
              <a:t>End.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Sequence Diagram</a:t>
            </a:r>
            <a:br>
              <a:rPr lang="en-US" dirty="0" smtClean="0"/>
            </a:br>
            <a:r>
              <a:rPr lang="en-US" dirty="0" smtClean="0"/>
              <a:t>User Python Program FastF1 </a:t>
            </a:r>
            <a:r>
              <a:rPr lang="en-US" dirty="0" err="1" smtClean="0"/>
              <a:t>Matplotlib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Select session → Request session → Return session</a:t>
            </a:r>
            <a:br>
              <a:rPr lang="en-US" dirty="0" smtClean="0"/>
            </a:br>
            <a:r>
              <a:rPr lang="en-US" dirty="0" smtClean="0"/>
              <a:t>Run analysis → Load telemetry → Return telemetry</a:t>
            </a:r>
            <a:br>
              <a:rPr lang="en-US" dirty="0" smtClean="0"/>
            </a:br>
            <a:r>
              <a:rPr lang="en-US" dirty="0" smtClean="0"/>
              <a:t>Process/filter data</a:t>
            </a:r>
            <a:br>
              <a:rPr lang="en-US" dirty="0" smtClean="0"/>
            </a:br>
            <a:r>
              <a:rPr lang="en-US" dirty="0" smtClean="0"/>
              <a:t>Calculate aero</a:t>
            </a:r>
            <a:br>
              <a:rPr lang="en-US" dirty="0" smtClean="0"/>
            </a:br>
            <a:r>
              <a:rPr lang="en-US" dirty="0" smtClean="0"/>
              <a:t>View dashboard → Send processed arrays → Render plots</a:t>
            </a:r>
            <a:br>
              <a:rPr lang="en-US" dirty="0" smtClean="0"/>
            </a:br>
            <a:r>
              <a:rPr lang="en-US" dirty="0" smtClean="0"/>
              <a:t>Start animation → Update frame → Render frame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786" y="928670"/>
            <a:ext cx="8072494" cy="521494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Component / Class Diagram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Session Loader Creates FastF1 session and loads timing/telemetry data.</a:t>
            </a:r>
            <a:br>
              <a:rPr lang="en-US" dirty="0" smtClean="0"/>
            </a:br>
            <a:r>
              <a:rPr lang="en-US" dirty="0" smtClean="0"/>
              <a:t>Lap Selector Filters the requested driver and selects the fastest lap.</a:t>
            </a:r>
            <a:br>
              <a:rPr lang="en-US" dirty="0" smtClean="0"/>
            </a:br>
            <a:r>
              <a:rPr lang="en-US" dirty="0" smtClean="0"/>
              <a:t>Telemetry Processor Cleans data and converts selected columns into arrays.</a:t>
            </a:r>
            <a:br>
              <a:rPr lang="en-US" dirty="0" smtClean="0"/>
            </a:br>
            <a:r>
              <a:rPr lang="en-US" dirty="0" smtClean="0"/>
              <a:t>Aero Model Calculates </a:t>
            </a:r>
            <a:r>
              <a:rPr lang="en-US" dirty="0" err="1" smtClean="0"/>
              <a:t>downforce</a:t>
            </a:r>
            <a:r>
              <a:rPr lang="en-US" dirty="0" smtClean="0"/>
              <a:t> and drag from speed and assumed parameters.</a:t>
            </a:r>
            <a:br>
              <a:rPr lang="en-US" dirty="0" smtClean="0"/>
            </a:br>
            <a:r>
              <a:rPr lang="en-US" dirty="0" smtClean="0"/>
              <a:t>Dashboard Creates text, plots and telemetry indicators.</a:t>
            </a:r>
            <a:br>
              <a:rPr lang="en-US" dirty="0" smtClean="0"/>
            </a:br>
            <a:r>
              <a:rPr lang="en-US" dirty="0" smtClean="0"/>
              <a:t>Animation Controller Updates plotted vehicle/telemetry state for each frame</a:t>
            </a:r>
          </a:p>
          <a:p>
            <a:endParaRPr lang="en-US" dirty="0" smtClean="0"/>
          </a:p>
          <a:p>
            <a:r>
              <a:rPr lang="en-US" dirty="0" smtClean="0"/>
              <a:t>ER Diagram</a:t>
            </a:r>
            <a:br>
              <a:rPr lang="en-US" dirty="0" smtClean="0"/>
            </a:br>
            <a:r>
              <a:rPr lang="en-US" dirty="0" smtClean="0"/>
              <a:t>Not applicable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Decisions &amp; Rationale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643050"/>
            <a:ext cx="7972452" cy="471251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FastF1 was selected because it provides a convenient Python interface for accessing F1 timing and telemetry data.</a:t>
            </a:r>
          </a:p>
          <a:p>
            <a:endParaRPr lang="en-US" dirty="0" smtClean="0"/>
          </a:p>
          <a:p>
            <a:r>
              <a:rPr lang="en-US" dirty="0" smtClean="0"/>
              <a:t> Pandas was selected because telemetry is naturally represented as  tabular data.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NumPy</a:t>
            </a:r>
            <a:r>
              <a:rPr lang="en-US" dirty="0" smtClean="0"/>
              <a:t> supports efficient numerical arrays and calculations. </a:t>
            </a:r>
          </a:p>
          <a:p>
            <a:endParaRPr lang="en-US" dirty="0" smtClean="0"/>
          </a:p>
          <a:p>
            <a:r>
              <a:rPr lang="en-US" dirty="0" err="1" smtClean="0"/>
              <a:t>Matplotlib</a:t>
            </a:r>
            <a:r>
              <a:rPr lang="en-US" dirty="0" smtClean="0"/>
              <a:t> supports both scientific plots and animation.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1357298"/>
            <a:ext cx="8043890" cy="4998262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core implementation uses Python with FastF1, Pandas, </a:t>
            </a:r>
            <a:r>
              <a:rPr lang="en-US" dirty="0" err="1" smtClean="0"/>
              <a:t>NumPy</a:t>
            </a:r>
            <a:r>
              <a:rPr lang="en-US" dirty="0" smtClean="0"/>
              <a:t> and </a:t>
            </a:r>
            <a:r>
              <a:rPr lang="en-US" dirty="0" err="1" smtClean="0"/>
              <a:t>Matplotlib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The current project work includes a Monaco Grand Prix 2024  race session, selection of driver LEC (Charles</a:t>
            </a:r>
            <a:br>
              <a:rPr lang="en-US" dirty="0" smtClean="0"/>
            </a:br>
            <a:r>
              <a:rPr lang="en-US" dirty="0" err="1" smtClean="0"/>
              <a:t>Leclerc</a:t>
            </a:r>
            <a:r>
              <a:rPr lang="en-US" dirty="0" smtClean="0"/>
              <a:t>), fastest-lap telemetry extraction, etc.</a:t>
            </a:r>
          </a:p>
          <a:p>
            <a:endParaRPr lang="en-US" dirty="0" smtClean="0"/>
          </a:p>
          <a:p>
            <a:r>
              <a:rPr lang="en-US" dirty="0" smtClean="0"/>
              <a:t>Session loading and fastest-lap extraction</a:t>
            </a:r>
            <a:br>
              <a:rPr lang="en-US" dirty="0" smtClean="0"/>
            </a:br>
            <a:r>
              <a:rPr lang="en-US" dirty="0" smtClean="0"/>
              <a:t>session = fastf1.get_session(2024, "Monaco Grand Prix", "R“</a:t>
            </a:r>
          </a:p>
          <a:p>
            <a:endParaRPr lang="en-US" dirty="0" smtClean="0"/>
          </a:p>
          <a:p>
            <a:r>
              <a:rPr lang="en-US" dirty="0" smtClean="0"/>
              <a:t>Telemetry cleaning</a:t>
            </a:r>
          </a:p>
          <a:p>
            <a:endParaRPr lang="en-US" dirty="0" smtClean="0"/>
          </a:p>
          <a:p>
            <a:r>
              <a:rPr lang="en-US" dirty="0" smtClean="0"/>
              <a:t>Aerodynamic calculations</a:t>
            </a:r>
            <a:br>
              <a:rPr lang="en-US" dirty="0" smtClean="0"/>
            </a:br>
            <a:r>
              <a:rPr lang="en-US" dirty="0" err="1" smtClean="0"/>
              <a:t>Downforce</a:t>
            </a:r>
            <a:r>
              <a:rPr lang="en-US" dirty="0" smtClean="0"/>
              <a:t>: </a:t>
            </a:r>
            <a:r>
              <a:rPr lang="en-US" dirty="0" err="1" smtClean="0"/>
              <a:t>Fdown</a:t>
            </a:r>
            <a:r>
              <a:rPr lang="en-US" dirty="0" smtClean="0"/>
              <a:t> = 0.5 × </a:t>
            </a:r>
            <a:r>
              <a:rPr lang="el-GR" dirty="0" smtClean="0"/>
              <a:t>ρ × </a:t>
            </a:r>
            <a:r>
              <a:rPr lang="en-US" dirty="0" smtClean="0"/>
              <a:t>CL × A × v²</a:t>
            </a:r>
            <a:br>
              <a:rPr lang="en-US" dirty="0" smtClean="0"/>
            </a:br>
            <a:r>
              <a:rPr lang="en-US" dirty="0" smtClean="0"/>
              <a:t>Drag: </a:t>
            </a:r>
            <a:r>
              <a:rPr lang="en-US" dirty="0" err="1" smtClean="0"/>
              <a:t>Fdrag</a:t>
            </a:r>
            <a:r>
              <a:rPr lang="en-US" dirty="0" smtClean="0"/>
              <a:t> = 0.5 × </a:t>
            </a:r>
            <a:r>
              <a:rPr lang="el-GR" dirty="0" smtClean="0"/>
              <a:t>ρ × </a:t>
            </a:r>
            <a:r>
              <a:rPr lang="en-US" dirty="0" smtClean="0"/>
              <a:t>CD × A × v²</a:t>
            </a:r>
          </a:p>
          <a:p>
            <a:endParaRPr lang="en-US" dirty="0" smtClean="0"/>
          </a:p>
          <a:p>
            <a:r>
              <a:rPr lang="en-US" dirty="0" smtClean="0"/>
              <a:t>Animation</a:t>
            </a:r>
            <a:br>
              <a:rPr lang="en-US" dirty="0" smtClean="0"/>
            </a:br>
            <a:r>
              <a:rPr lang="en-US" dirty="0" err="1" smtClean="0"/>
              <a:t>Matplotlib's</a:t>
            </a:r>
            <a:r>
              <a:rPr lang="en-US" dirty="0" smtClean="0"/>
              <a:t> </a:t>
            </a:r>
            <a:r>
              <a:rPr lang="en-US" dirty="0" err="1" smtClean="0"/>
              <a:t>FuncAnimation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Screenshots</a:t>
            </a:r>
            <a:endParaRPr lang="en-US" dirty="0"/>
          </a:p>
        </p:txBody>
      </p:sp>
      <p:pic>
        <p:nvPicPr>
          <p:cNvPr id="1026" name="Picture 2" descr="C:\Users\Admin\Pictures\Screenshots\Screenshot 2026-09-30 003353.png"/>
          <p:cNvPicPr>
            <a:picLocks noChangeAspect="1" noChangeArrowheads="1"/>
          </p:cNvPicPr>
          <p:nvPr/>
        </p:nvPicPr>
        <p:blipFill>
          <a:blip r:embed="rId2"/>
          <a:srcRect r="77686" b="7803"/>
          <a:stretch>
            <a:fillRect/>
          </a:stretch>
        </p:blipFill>
        <p:spPr bwMode="auto">
          <a:xfrm>
            <a:off x="571472" y="1285860"/>
            <a:ext cx="2286016" cy="5216806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1027" name="Picture 3" descr="C:\Users\Admin\Pictures\Screenshots\Screenshot 2026-09-30 003436.png"/>
          <p:cNvPicPr>
            <a:picLocks noChangeAspect="1" noChangeArrowheads="1"/>
          </p:cNvPicPr>
          <p:nvPr/>
        </p:nvPicPr>
        <p:blipFill>
          <a:blip r:embed="rId3"/>
          <a:srcRect l="469" t="4396" r="3437" b="12074"/>
          <a:stretch>
            <a:fillRect/>
          </a:stretch>
        </p:blipFill>
        <p:spPr bwMode="auto">
          <a:xfrm>
            <a:off x="2857488" y="1949711"/>
            <a:ext cx="6121109" cy="283661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1500174"/>
            <a:ext cx="7772400" cy="4572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Import FastF1 Library imports without error.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Select driver </a:t>
            </a:r>
            <a:r>
              <a:rPr lang="en-US" dirty="0" err="1" smtClean="0"/>
              <a:t>Driver</a:t>
            </a:r>
            <a:r>
              <a:rPr lang="en-US" dirty="0" smtClean="0"/>
              <a:t> laps are returned.</a:t>
            </a:r>
            <a:br>
              <a:rPr lang="en-US" dirty="0" smtClean="0"/>
            </a:br>
            <a:r>
              <a:rPr lang="en-US" dirty="0" smtClean="0"/>
              <a:t> Pick fastest lap A valid fastest lap is selected</a:t>
            </a:r>
          </a:p>
          <a:p>
            <a:r>
              <a:rPr lang="en-US" dirty="0" smtClean="0"/>
              <a:t>Aero calculation </a:t>
            </a:r>
            <a:r>
              <a:rPr lang="en-US" dirty="0" err="1" smtClean="0"/>
              <a:t>Downforce</a:t>
            </a:r>
            <a:r>
              <a:rPr lang="en-US" dirty="0" smtClean="0"/>
              <a:t> and drag return numerical values for valid speed.</a:t>
            </a:r>
          </a:p>
          <a:p>
            <a:r>
              <a:rPr lang="en-US" dirty="0" smtClean="0"/>
              <a:t>Plot generation Graphs render with labels and titles.</a:t>
            </a:r>
          </a:p>
          <a:p>
            <a:r>
              <a:rPr lang="en-US" dirty="0" smtClean="0"/>
              <a:t>Animation Dashboard updates without runtime errors.</a:t>
            </a:r>
          </a:p>
          <a:p>
            <a:r>
              <a:rPr lang="en-US" dirty="0" smtClean="0"/>
              <a:t>Invalid session Program reports an error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Faced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71612"/>
            <a:ext cx="7972452" cy="478394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FastF1 data loading -Sessions can take time to download and depend on data availability and caching.</a:t>
            </a:r>
          </a:p>
          <a:p>
            <a:r>
              <a:rPr lang="en-US" dirty="0" smtClean="0"/>
              <a:t>Running from the VS Code installation directory caused a file-not-found error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Missing telemetry values Rows without valid X,Y speed values are filtered before visualization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Animation debugging </a:t>
            </a:r>
            <a:r>
              <a:rPr lang="en-US" dirty="0" err="1" smtClean="0"/>
              <a:t>FuncAnimation</a:t>
            </a:r>
            <a:r>
              <a:rPr lang="en-US" dirty="0" smtClean="0"/>
              <a:t> requires correct frame updates, object references and syntax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Learnings</a:t>
            </a:r>
            <a:r>
              <a:rPr lang="en-US" dirty="0" smtClean="0"/>
              <a:t> &amp; Key Takeaways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project provides a foundation for future development. A more advanced version could include a complete lap-time simulator</a:t>
            </a:r>
            <a:br>
              <a:rPr lang="en-US" dirty="0" smtClean="0"/>
            </a:br>
            <a:r>
              <a:rPr lang="en-US" dirty="0" smtClean="0"/>
              <a:t>, multiple-driver comparison, circuit-specific aerodynamic settings and optimization of</a:t>
            </a:r>
            <a:br>
              <a:rPr lang="en-US" dirty="0" smtClean="0"/>
            </a:br>
            <a:r>
              <a:rPr lang="en-US" dirty="0" smtClean="0"/>
              <a:t>vehicle parameters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71612"/>
            <a:ext cx="77724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• Physics-based acceleration and braking model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Driver-to-driver telemetry comparison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Sector and corner-by-corner performance analysis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Track comparison such as Monaco vs. Monza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Machine-learning-based lap-time or setup analysis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500174"/>
            <a:ext cx="7972452" cy="485538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FastF1 Python package documentation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 Pandas documentation — data structures and data analysis tools.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NumPy</a:t>
            </a:r>
            <a:r>
              <a:rPr lang="en-US" dirty="0" smtClean="0"/>
              <a:t> documentation — numerical computing in Python.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err="1" smtClean="0"/>
              <a:t>Matplotlib</a:t>
            </a:r>
            <a:r>
              <a:rPr lang="en-US" dirty="0" smtClean="0"/>
              <a:t> documentation — plotting and animation.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81</TotalTime>
  <Words>309</Words>
  <Application>Microsoft Office PowerPoint</Application>
  <PresentationFormat>On-screen Show (4:3)</PresentationFormat>
  <Paragraphs>85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Metro</vt:lpstr>
      <vt:lpstr>VELLORE INSTITUTE Of TECHNOLOGy bhopal</vt:lpstr>
      <vt:lpstr>Introduction</vt:lpstr>
      <vt:lpstr>Problem Statement</vt:lpstr>
      <vt:lpstr>Functional Requirements</vt:lpstr>
      <vt:lpstr>Non-functional Requirements</vt:lpstr>
      <vt:lpstr>System Architecture </vt:lpstr>
      <vt:lpstr>Design Diagrams</vt:lpstr>
      <vt:lpstr>Slide 8</vt:lpstr>
      <vt:lpstr>Slide 9</vt:lpstr>
      <vt:lpstr>Design Decisions &amp; Rationale</vt:lpstr>
      <vt:lpstr>Implementation Details</vt:lpstr>
      <vt:lpstr>Screenshots</vt:lpstr>
      <vt:lpstr>Testing Approach</vt:lpstr>
      <vt:lpstr>Challenges Faced</vt:lpstr>
      <vt:lpstr>Learnings &amp; Key Takeaways</vt:lpstr>
      <vt:lpstr>Future Enhancements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9</cp:revision>
  <dcterms:created xsi:type="dcterms:W3CDTF">2026-09-30T14:34:26Z</dcterms:created>
  <dcterms:modified xsi:type="dcterms:W3CDTF">2026-09-30T15:59:00Z</dcterms:modified>
</cp:coreProperties>
</file>